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6.jpg" ContentType="image/jp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"/>
  </p:notesMasterIdLst>
  <p:sldIdLst>
    <p:sldId id="299" r:id="rId2"/>
  </p:sldIdLst>
  <p:sldSz cx="16256000" cy="9144000"/>
  <p:notesSz cx="16256000" cy="9144000"/>
  <p:embeddedFontLst>
    <p:embeddedFont>
      <p:font typeface="Bai Jamjuree" panose="020B0600070205080204" pitchFamily="34" charset="-128"/>
      <p:regular r:id="rId4"/>
      <p:bold r:id="rId5"/>
      <p:italic r:id="rId6"/>
      <p:boldItalic r:id="rId7"/>
    </p:embeddedFont>
    <p:embeddedFont>
      <p:font typeface="Meiryo" panose="020B0604030504040204" pitchFamily="34" charset="-128"/>
      <p:regular r:id="rId8"/>
      <p:bold r:id="rId9"/>
      <p:italic r:id="rId10"/>
      <p:boldItalic r:id="rId11"/>
    </p:embeddedFont>
    <p:embeddedFont>
      <p:font typeface="Tahoma" panose="020B0604030504040204" pitchFamily="3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h0qPGXteGk1mR3mtS0YT6KLmat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8F6"/>
    <a:srgbClr val="F2F7FD"/>
    <a:srgbClr val="0066CC"/>
    <a:srgbClr val="059669"/>
    <a:srgbClr val="52C41A"/>
    <a:srgbClr val="F6FFED"/>
    <a:srgbClr val="FFA940"/>
    <a:srgbClr val="FFF7E6"/>
    <a:srgbClr val="E6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FD3CAC-D840-4B3D-91A6-7ED9D2080D49}">
  <a:tblStyle styleId="{1FFD3CAC-D840-4B3D-91A6-7ED9D2080D4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D93B447-A03B-4D3E-8DA2-BD0D28366ABF}" styleName="Table_1">
    <a:wholeTbl>
      <a:tcTxStyle b="off" i="off">
        <a:font>
          <a:latin typeface="Meiryo"/>
          <a:ea typeface="Meiryo"/>
          <a:cs typeface="Meiryo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>
      <p:cViewPr varScale="1">
        <p:scale>
          <a:sx n="77" d="100"/>
          <a:sy n="77" d="100"/>
        </p:scale>
        <p:origin x="928" y="20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72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73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6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09875" y="685800"/>
            <a:ext cx="108378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f6944d6454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g2f6944d6454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6944d6454_0_919"/>
          <p:cNvSpPr/>
          <p:nvPr/>
        </p:nvSpPr>
        <p:spPr>
          <a:xfrm>
            <a:off x="705867" y="398464"/>
            <a:ext cx="177067" cy="711467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spcFirstLastPara="1" wrap="square" lIns="162533" tIns="81244" rIns="162533" bIns="8124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endParaRPr sz="2489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7" name="Google Shape;257;g2f6944d6454_0_9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566901" y="215901"/>
            <a:ext cx="1485668" cy="95375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2f6944d6454_0_919"/>
          <p:cNvSpPr txBox="1"/>
          <p:nvPr/>
        </p:nvSpPr>
        <p:spPr>
          <a:xfrm>
            <a:off x="1307295" y="8353317"/>
            <a:ext cx="8052800" cy="6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777" b="0" i="0" u="none" strike="noStrike" cap="none">
                <a:solidFill>
                  <a:srgbClr val="7F7F7F"/>
                </a:solidFill>
                <a:latin typeface="Bai Jamjuree"/>
                <a:ea typeface="Bai Jamjuree"/>
                <a:cs typeface="Bai Jamjuree"/>
                <a:sym typeface="Bai Jamjuree"/>
              </a:rPr>
              <a:t>Copyright © 2023 VTI JSC, All Rights Reserved</a:t>
            </a:r>
            <a:endParaRPr sz="195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2f6944d6454_0_919"/>
          <p:cNvSpPr/>
          <p:nvPr/>
        </p:nvSpPr>
        <p:spPr>
          <a:xfrm>
            <a:off x="705867" y="8331734"/>
            <a:ext cx="497067" cy="946133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spcFirstLastPara="1" wrap="square" lIns="162533" tIns="81244" rIns="162533" bIns="8124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endParaRPr sz="2489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g2f6944d6454_0_919"/>
          <p:cNvSpPr txBox="1">
            <a:spLocks noGrp="1"/>
          </p:cNvSpPr>
          <p:nvPr>
            <p:ph type="sldNum" idx="12"/>
          </p:nvPr>
        </p:nvSpPr>
        <p:spPr>
          <a:xfrm>
            <a:off x="705865" y="8391785"/>
            <a:ext cx="497067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1" name="Google Shape;261;g2f6944d6454_0_919"/>
          <p:cNvSpPr txBox="1">
            <a:spLocks noGrp="1"/>
          </p:cNvSpPr>
          <p:nvPr>
            <p:ph type="title"/>
          </p:nvPr>
        </p:nvSpPr>
        <p:spPr>
          <a:xfrm>
            <a:off x="990601" y="752213"/>
            <a:ext cx="10684267" cy="3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377" b="1" i="0" u="none" strike="noStrike" cap="none">
                <a:solidFill>
                  <a:srgbClr val="004AAD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g2f6944d6454_0_919"/>
          <p:cNvSpPr txBox="1">
            <a:spLocks noGrp="1"/>
          </p:cNvSpPr>
          <p:nvPr>
            <p:ph type="subTitle" idx="1"/>
          </p:nvPr>
        </p:nvSpPr>
        <p:spPr>
          <a:xfrm>
            <a:off x="990601" y="390932"/>
            <a:ext cx="10684267" cy="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77" b="0" i="0" u="none" strike="noStrike" cap="none">
                <a:solidFill>
                  <a:srgbClr val="595959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R="0" lvl="1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9289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f6944d6454_0_946"/>
          <p:cNvSpPr txBox="1">
            <a:spLocks noGrp="1"/>
          </p:cNvSpPr>
          <p:nvPr>
            <p:ph type="title"/>
          </p:nvPr>
        </p:nvSpPr>
        <p:spPr>
          <a:xfrm>
            <a:off x="1119717" y="486833"/>
            <a:ext cx="14020800" cy="176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g2f6944d6454_0_946"/>
          <p:cNvSpPr txBox="1">
            <a:spLocks noGrp="1"/>
          </p:cNvSpPr>
          <p:nvPr>
            <p:ph type="body" idx="1"/>
          </p:nvPr>
        </p:nvSpPr>
        <p:spPr>
          <a:xfrm>
            <a:off x="1119718" y="2241551"/>
            <a:ext cx="6877333" cy="109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812760" lvl="0" indent="-406379" algn="l" rtl="0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1pPr>
            <a:lvl2pPr marL="1625519" lvl="1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667" b="1"/>
            </a:lvl2pPr>
            <a:lvl3pPr marL="2438278" lvl="2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 b="1"/>
            </a:lvl3pPr>
            <a:lvl4pPr marL="3251037" lvl="3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4pPr>
            <a:lvl5pPr marL="4063797" lvl="4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5pPr>
            <a:lvl6pPr marL="4876557" lvl="5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6pPr>
            <a:lvl7pPr marL="5689315" lvl="6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7pPr>
            <a:lvl8pPr marL="6502075" lvl="7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8pPr>
            <a:lvl9pPr marL="7314834" lvl="8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9pPr>
          </a:lstStyle>
          <a:p>
            <a:endParaRPr/>
          </a:p>
        </p:txBody>
      </p:sp>
      <p:sp>
        <p:nvSpPr>
          <p:cNvPr id="285" name="Google Shape;285;g2f6944d6454_0_946"/>
          <p:cNvSpPr txBox="1">
            <a:spLocks noGrp="1"/>
          </p:cNvSpPr>
          <p:nvPr>
            <p:ph type="body" idx="2"/>
          </p:nvPr>
        </p:nvSpPr>
        <p:spPr>
          <a:xfrm>
            <a:off x="1119718" y="3340100"/>
            <a:ext cx="6877333" cy="491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812760" lvl="0" indent="-564417" algn="l" rtl="0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625519" lvl="1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2438278" lvl="2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3251037" lvl="3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4063797" lvl="4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4876557" lvl="5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5689315" lvl="6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6502075" lvl="7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7314834" lvl="8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g2f6944d6454_0_946"/>
          <p:cNvSpPr txBox="1">
            <a:spLocks noGrp="1"/>
          </p:cNvSpPr>
          <p:nvPr>
            <p:ph type="body" idx="3"/>
          </p:nvPr>
        </p:nvSpPr>
        <p:spPr>
          <a:xfrm>
            <a:off x="8229600" y="2241551"/>
            <a:ext cx="6910933" cy="109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812760" lvl="0" indent="-406379" algn="l" rtl="0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1pPr>
            <a:lvl2pPr marL="1625519" lvl="1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667" b="1"/>
            </a:lvl2pPr>
            <a:lvl3pPr marL="2438278" lvl="2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 b="1"/>
            </a:lvl3pPr>
            <a:lvl4pPr marL="3251037" lvl="3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4pPr>
            <a:lvl5pPr marL="4063797" lvl="4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5pPr>
            <a:lvl6pPr marL="4876557" lvl="5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6pPr>
            <a:lvl7pPr marL="5689315" lvl="6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7pPr>
            <a:lvl8pPr marL="6502075" lvl="7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8pPr>
            <a:lvl9pPr marL="7314834" lvl="8" indent="-406379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 b="1"/>
            </a:lvl9pPr>
          </a:lstStyle>
          <a:p>
            <a:endParaRPr/>
          </a:p>
        </p:txBody>
      </p:sp>
      <p:sp>
        <p:nvSpPr>
          <p:cNvPr id="287" name="Google Shape;287;g2f6944d6454_0_946"/>
          <p:cNvSpPr txBox="1">
            <a:spLocks noGrp="1"/>
          </p:cNvSpPr>
          <p:nvPr>
            <p:ph type="body" idx="4"/>
          </p:nvPr>
        </p:nvSpPr>
        <p:spPr>
          <a:xfrm>
            <a:off x="8229600" y="3340100"/>
            <a:ext cx="6910933" cy="491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812760" lvl="0" indent="-564417" algn="l" rtl="0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625519" lvl="1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2438278" lvl="2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3251037" lvl="3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4063797" lvl="4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4876557" lvl="5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5689315" lvl="6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6502075" lvl="7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7314834" lvl="8" indent="-564417" algn="l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g2f6944d6454_0_946"/>
          <p:cNvSpPr txBox="1">
            <a:spLocks noGrp="1"/>
          </p:cNvSpPr>
          <p:nvPr>
            <p:ph type="dt" idx="10"/>
          </p:nvPr>
        </p:nvSpPr>
        <p:spPr>
          <a:xfrm>
            <a:off x="1117600" y="8475135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g2f6944d6454_0_946"/>
          <p:cNvSpPr txBox="1">
            <a:spLocks noGrp="1"/>
          </p:cNvSpPr>
          <p:nvPr>
            <p:ph type="ftr" idx="11"/>
          </p:nvPr>
        </p:nvSpPr>
        <p:spPr>
          <a:xfrm>
            <a:off x="5384800" y="8475135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g2f6944d6454_0_946"/>
          <p:cNvSpPr txBox="1">
            <a:spLocks noGrp="1"/>
          </p:cNvSpPr>
          <p:nvPr>
            <p:ph type="sldNum" idx="12"/>
          </p:nvPr>
        </p:nvSpPr>
        <p:spPr>
          <a:xfrm>
            <a:off x="11480800" y="8475135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9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1">
  <p:cSld name="Title Only 1">
    <p:bg>
      <p:bgPr>
        <a:solidFill>
          <a:schemeClr val="lt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g2f6944d6454_0_9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4031971"/>
            <a:ext cx="16255993" cy="51120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2f6944d6454_0_990"/>
          <p:cNvSpPr txBox="1">
            <a:spLocks noGrp="1"/>
          </p:cNvSpPr>
          <p:nvPr>
            <p:ph type="title"/>
          </p:nvPr>
        </p:nvSpPr>
        <p:spPr>
          <a:xfrm>
            <a:off x="1237692" y="710581"/>
            <a:ext cx="7761067" cy="49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 sz="3556" b="1" i="0">
                <a:solidFill>
                  <a:srgbClr val="0050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g2f6944d6454_0_990"/>
          <p:cNvSpPr txBox="1">
            <a:spLocks noGrp="1"/>
          </p:cNvSpPr>
          <p:nvPr>
            <p:ph type="ftr" idx="11"/>
          </p:nvPr>
        </p:nvSpPr>
        <p:spPr>
          <a:xfrm>
            <a:off x="1810375" y="8461190"/>
            <a:ext cx="3094933" cy="19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 sz="1244" b="0" i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g2f6944d6454_0_990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66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g2f6944d6454_0_990"/>
          <p:cNvSpPr txBox="1">
            <a:spLocks noGrp="1"/>
          </p:cNvSpPr>
          <p:nvPr>
            <p:ph type="sldNum" idx="12"/>
          </p:nvPr>
        </p:nvSpPr>
        <p:spPr>
          <a:xfrm>
            <a:off x="1153137" y="8380408"/>
            <a:ext cx="373867" cy="3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154" lvl="0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154" lvl="1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45154" lvl="2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45154" lvl="3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45154" lvl="4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154" lvl="5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5154" lvl="6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154" lvl="7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5154" lvl="8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855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g2f6944d6454_0_9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6256001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2f6944d6454_0_996"/>
          <p:cNvSpPr txBox="1">
            <a:spLocks noGrp="1"/>
          </p:cNvSpPr>
          <p:nvPr>
            <p:ph type="title"/>
          </p:nvPr>
        </p:nvSpPr>
        <p:spPr>
          <a:xfrm>
            <a:off x="1117600" y="486833"/>
            <a:ext cx="14020800" cy="176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g2f6944d6454_0_996"/>
          <p:cNvSpPr txBox="1">
            <a:spLocks noGrp="1"/>
          </p:cNvSpPr>
          <p:nvPr>
            <p:ph type="dt" idx="10"/>
          </p:nvPr>
        </p:nvSpPr>
        <p:spPr>
          <a:xfrm>
            <a:off x="1117600" y="8475135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g2f6944d6454_0_996"/>
          <p:cNvSpPr txBox="1">
            <a:spLocks noGrp="1"/>
          </p:cNvSpPr>
          <p:nvPr>
            <p:ph type="ftr" idx="11"/>
          </p:nvPr>
        </p:nvSpPr>
        <p:spPr>
          <a:xfrm>
            <a:off x="5384800" y="8475135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g2f6944d6454_0_996"/>
          <p:cNvSpPr txBox="1">
            <a:spLocks noGrp="1"/>
          </p:cNvSpPr>
          <p:nvPr>
            <p:ph type="sldNum" idx="12"/>
          </p:nvPr>
        </p:nvSpPr>
        <p:spPr>
          <a:xfrm>
            <a:off x="11480800" y="8475135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38" name="Google Shape;338;g2f6944d6454_0_9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011" y="304800"/>
            <a:ext cx="1677263" cy="10767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195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タイトル スライド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f6944d6454_0_1003"/>
          <p:cNvSpPr/>
          <p:nvPr/>
        </p:nvSpPr>
        <p:spPr>
          <a:xfrm>
            <a:off x="753671" y="319257"/>
            <a:ext cx="106667" cy="755200"/>
          </a:xfrm>
          <a:prstGeom prst="rect">
            <a:avLst/>
          </a:prstGeom>
          <a:solidFill>
            <a:srgbClr val="2362AF"/>
          </a:solidFill>
          <a:ln>
            <a:noFill/>
          </a:ln>
        </p:spPr>
        <p:txBody>
          <a:bodyPr spcFirstLastPara="1" wrap="square" lIns="121911" tIns="60933" rIns="121911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489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1" name="Google Shape;341;g2f6944d6454_0_1003" descr="ロゴ&#10;&#10;自動的に生成された説明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62625" y="319258"/>
            <a:ext cx="2887211" cy="65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2f6944d6454_0_1003"/>
          <p:cNvSpPr txBox="1"/>
          <p:nvPr/>
        </p:nvSpPr>
        <p:spPr>
          <a:xfrm>
            <a:off x="806825" y="8364300"/>
            <a:ext cx="593067" cy="779518"/>
          </a:xfrm>
          <a:prstGeom prst="rect">
            <a:avLst/>
          </a:prstGeom>
          <a:solidFill>
            <a:srgbClr val="408DD6"/>
          </a:solidFill>
          <a:ln>
            <a:noFill/>
          </a:ln>
        </p:spPr>
        <p:txBody>
          <a:bodyPr spcFirstLastPara="1" wrap="square" lIns="121911" tIns="60933" rIns="121911" bIns="60933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21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21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94;p25">
            <a:extLst>
              <a:ext uri="{FF2B5EF4-FFF2-40B4-BE49-F238E27FC236}">
                <a16:creationId xmlns:a16="http://schemas.microsoft.com/office/drawing/2014/main" id="{1EA86F33-1E9C-C8EB-CFB2-E376A0AC913F}"/>
              </a:ext>
            </a:extLst>
          </p:cNvPr>
          <p:cNvSpPr txBox="1"/>
          <p:nvPr userDrawn="1"/>
        </p:nvSpPr>
        <p:spPr>
          <a:xfrm>
            <a:off x="1483031" y="8639185"/>
            <a:ext cx="3457067" cy="404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933" rIns="0" bIns="0" anchor="t" anchorCtr="0">
            <a:spAutoFit/>
          </a:bodyPr>
          <a:lstStyle/>
          <a:p>
            <a:pPr marL="2257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1244" dirty="0">
                <a:solidFill>
                  <a:srgbClr val="808080"/>
                </a:solidFill>
                <a:latin typeface="Bai Jamjuree"/>
                <a:ea typeface="Bai Jamjuree"/>
                <a:cs typeface="Bai Jamjuree"/>
                <a:sym typeface="Bai Jamjuree"/>
              </a:rPr>
              <a:t>Copyright © 2025 VTI All rights reserved</a:t>
            </a:r>
            <a:endParaRPr sz="1244" dirty="0">
              <a:solidFill>
                <a:schemeClr val="dk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22577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1244" dirty="0">
              <a:solidFill>
                <a:srgbClr val="80808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</p:spTree>
    <p:extLst>
      <p:ext uri="{BB962C8B-B14F-4D97-AF65-F5344CB8AC3E}">
        <p14:creationId xmlns:p14="http://schemas.microsoft.com/office/powerpoint/2010/main" val="146662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f6944d6454_0_1008"/>
          <p:cNvSpPr txBox="1">
            <a:spLocks noGrp="1"/>
          </p:cNvSpPr>
          <p:nvPr>
            <p:ph type="title"/>
          </p:nvPr>
        </p:nvSpPr>
        <p:spPr>
          <a:xfrm>
            <a:off x="1237692" y="710581"/>
            <a:ext cx="7761067" cy="49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 sz="3556" b="1" i="0">
                <a:solidFill>
                  <a:srgbClr val="0050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g2f6944d6454_0_1008"/>
          <p:cNvSpPr txBox="1">
            <a:spLocks noGrp="1"/>
          </p:cNvSpPr>
          <p:nvPr>
            <p:ph type="body" idx="1"/>
          </p:nvPr>
        </p:nvSpPr>
        <p:spPr>
          <a:xfrm>
            <a:off x="990383" y="2213759"/>
            <a:ext cx="8402133" cy="38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12760" lvl="0" indent="-406379" algn="l" rtl="0">
              <a:spcBef>
                <a:spcPts val="1423"/>
              </a:spcBef>
              <a:spcAft>
                <a:spcPts val="0"/>
              </a:spcAft>
              <a:buSzPts val="2100"/>
              <a:buNone/>
              <a:defRPr sz="1423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625519" lvl="1" indent="-406379" algn="l" rtl="0">
              <a:spcBef>
                <a:spcPts val="711"/>
              </a:spcBef>
              <a:spcAft>
                <a:spcPts val="0"/>
              </a:spcAft>
              <a:buSzPts val="1800"/>
              <a:buNone/>
              <a:defRPr/>
            </a:lvl2pPr>
            <a:lvl3pPr marL="2438278" lvl="2" indent="-406379" algn="l" rtl="0">
              <a:spcBef>
                <a:spcPts val="711"/>
              </a:spcBef>
              <a:spcAft>
                <a:spcPts val="0"/>
              </a:spcAft>
              <a:buSzPts val="1500"/>
              <a:buNone/>
              <a:defRPr/>
            </a:lvl3pPr>
            <a:lvl4pPr marL="3251037" lvl="3" indent="-406379" algn="l" rtl="0">
              <a:spcBef>
                <a:spcPts val="711"/>
              </a:spcBef>
              <a:spcAft>
                <a:spcPts val="0"/>
              </a:spcAft>
              <a:buSzPts val="1400"/>
              <a:buNone/>
              <a:defRPr/>
            </a:lvl4pPr>
            <a:lvl5pPr marL="4063797" lvl="4" indent="-406379" algn="l" rtl="0">
              <a:spcBef>
                <a:spcPts val="711"/>
              </a:spcBef>
              <a:spcAft>
                <a:spcPts val="0"/>
              </a:spcAft>
              <a:buSzPts val="1400"/>
              <a:buNone/>
              <a:defRPr/>
            </a:lvl5pPr>
            <a:lvl6pPr marL="4876557" lvl="5" indent="-406379" algn="l" rtl="0">
              <a:spcBef>
                <a:spcPts val="711"/>
              </a:spcBef>
              <a:spcAft>
                <a:spcPts val="0"/>
              </a:spcAft>
              <a:buSzPts val="1400"/>
              <a:buNone/>
              <a:defRPr/>
            </a:lvl6pPr>
            <a:lvl7pPr marL="5689315" lvl="6" indent="-406379" algn="l" rtl="0">
              <a:spcBef>
                <a:spcPts val="711"/>
              </a:spcBef>
              <a:spcAft>
                <a:spcPts val="0"/>
              </a:spcAft>
              <a:buSzPts val="1400"/>
              <a:buNone/>
              <a:defRPr/>
            </a:lvl7pPr>
            <a:lvl8pPr marL="6502075" lvl="7" indent="-406379" algn="l" rtl="0">
              <a:spcBef>
                <a:spcPts val="711"/>
              </a:spcBef>
              <a:spcAft>
                <a:spcPts val="0"/>
              </a:spcAft>
              <a:buSzPts val="1400"/>
              <a:buNone/>
              <a:defRPr/>
            </a:lvl8pPr>
            <a:lvl9pPr marL="7314834" lvl="8" indent="-406379" algn="l" rtl="0">
              <a:spcBef>
                <a:spcPts val="711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g2f6944d6454_0_1008"/>
          <p:cNvSpPr txBox="1">
            <a:spLocks noGrp="1"/>
          </p:cNvSpPr>
          <p:nvPr>
            <p:ph type="ftr" idx="11"/>
          </p:nvPr>
        </p:nvSpPr>
        <p:spPr>
          <a:xfrm>
            <a:off x="1810375" y="8461190"/>
            <a:ext cx="3094933" cy="19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 sz="1244" b="0" i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g2f6944d6454_0_1008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66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g2f6944d6454_0_1008"/>
          <p:cNvSpPr txBox="1">
            <a:spLocks noGrp="1"/>
          </p:cNvSpPr>
          <p:nvPr>
            <p:ph type="sldNum" idx="12"/>
          </p:nvPr>
        </p:nvSpPr>
        <p:spPr>
          <a:xfrm>
            <a:off x="1153137" y="8380408"/>
            <a:ext cx="373867" cy="3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154" lvl="0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154" lvl="1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45154" lvl="2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45154" lvl="3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45154" lvl="4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154" lvl="5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5154" lvl="6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154" lvl="7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5154" lvl="8" indent="0" rtl="0">
              <a:lnSpc>
                <a:spcPct val="100000"/>
              </a:lnSpc>
              <a:spcBef>
                <a:spcPts val="0"/>
              </a:spcBef>
              <a:buNone/>
              <a:defRPr sz="1956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073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f6944d6454_0_1014"/>
          <p:cNvSpPr/>
          <p:nvPr/>
        </p:nvSpPr>
        <p:spPr>
          <a:xfrm>
            <a:off x="705867" y="398464"/>
            <a:ext cx="177067" cy="711467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spcFirstLastPara="1" wrap="square" lIns="162533" tIns="81244" rIns="162533" bIns="8124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endParaRPr sz="2489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2" name="Google Shape;352;g2f6944d6454_0_10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566901" y="215901"/>
            <a:ext cx="1485668" cy="95375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2f6944d6454_0_1014"/>
          <p:cNvSpPr txBox="1"/>
          <p:nvPr/>
        </p:nvSpPr>
        <p:spPr>
          <a:xfrm>
            <a:off x="1307295" y="8353317"/>
            <a:ext cx="8052800" cy="6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777" b="0" i="0" u="none" strike="noStrike" cap="none">
                <a:solidFill>
                  <a:srgbClr val="7F7F7F"/>
                </a:solidFill>
                <a:latin typeface="Bai Jamjuree"/>
                <a:ea typeface="Bai Jamjuree"/>
                <a:cs typeface="Bai Jamjuree"/>
                <a:sym typeface="Bai Jamjuree"/>
              </a:rPr>
              <a:t>Copyright © 2024 VTI JSC, All Rights Reserved</a:t>
            </a:r>
            <a:endParaRPr sz="195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2f6944d6454_0_1014"/>
          <p:cNvSpPr/>
          <p:nvPr/>
        </p:nvSpPr>
        <p:spPr>
          <a:xfrm>
            <a:off x="705867" y="8331734"/>
            <a:ext cx="497067" cy="946133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spcFirstLastPara="1" wrap="square" lIns="162533" tIns="81244" rIns="162533" bIns="8124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endParaRPr sz="2489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g2f6944d6454_0_1014"/>
          <p:cNvSpPr txBox="1">
            <a:spLocks noGrp="1"/>
          </p:cNvSpPr>
          <p:nvPr>
            <p:ph type="sldNum" idx="12"/>
          </p:nvPr>
        </p:nvSpPr>
        <p:spPr>
          <a:xfrm>
            <a:off x="705865" y="8391785"/>
            <a:ext cx="497067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23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6" name="Google Shape;356;g2f6944d6454_0_1014"/>
          <p:cNvSpPr txBox="1">
            <a:spLocks noGrp="1"/>
          </p:cNvSpPr>
          <p:nvPr>
            <p:ph type="title"/>
          </p:nvPr>
        </p:nvSpPr>
        <p:spPr>
          <a:xfrm>
            <a:off x="990601" y="752213"/>
            <a:ext cx="10684267" cy="3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377" b="1" i="0" u="none" strike="noStrike" cap="none">
                <a:solidFill>
                  <a:srgbClr val="004AAD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7" name="Google Shape;357;g2f6944d6454_0_1014"/>
          <p:cNvSpPr txBox="1">
            <a:spLocks noGrp="1"/>
          </p:cNvSpPr>
          <p:nvPr>
            <p:ph type="subTitle" idx="1"/>
          </p:nvPr>
        </p:nvSpPr>
        <p:spPr>
          <a:xfrm>
            <a:off x="990601" y="390932"/>
            <a:ext cx="10684267" cy="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77" b="0" i="0" u="none" strike="noStrike" cap="none">
                <a:solidFill>
                  <a:srgbClr val="595959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R="0" lvl="1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228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675" y="3"/>
            <a:ext cx="15235325" cy="9143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084741" cy="9144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6002" y="6747290"/>
            <a:ext cx="627049" cy="117157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98683" y="2381365"/>
            <a:ext cx="5696029" cy="676263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17960" y="239923"/>
            <a:ext cx="2183933" cy="211767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15177" y="1767128"/>
            <a:ext cx="455339" cy="207467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4336195" y="1767320"/>
            <a:ext cx="531495" cy="207645"/>
          </a:xfrm>
          <a:custGeom>
            <a:avLst/>
            <a:gdLst/>
            <a:ahLst/>
            <a:cxnLst/>
            <a:rect l="l" t="t" r="r" b="b"/>
            <a:pathLst>
              <a:path w="531494" h="207644">
                <a:moveTo>
                  <a:pt x="148653" y="952"/>
                </a:moveTo>
                <a:lnTo>
                  <a:pt x="147701" y="0"/>
                </a:lnTo>
                <a:lnTo>
                  <a:pt x="115811" y="0"/>
                </a:lnTo>
                <a:lnTo>
                  <a:pt x="114820" y="952"/>
                </a:lnTo>
                <a:lnTo>
                  <a:pt x="114820" y="134429"/>
                </a:lnTo>
                <a:lnTo>
                  <a:pt x="114325" y="143764"/>
                </a:lnTo>
                <a:lnTo>
                  <a:pt x="94488" y="177520"/>
                </a:lnTo>
                <a:lnTo>
                  <a:pt x="53822" y="177520"/>
                </a:lnTo>
                <a:lnTo>
                  <a:pt x="33274" y="137655"/>
                </a:lnTo>
                <a:lnTo>
                  <a:pt x="32308" y="136753"/>
                </a:lnTo>
                <a:lnTo>
                  <a:pt x="990" y="136753"/>
                </a:lnTo>
                <a:lnTo>
                  <a:pt x="0" y="137718"/>
                </a:lnTo>
                <a:lnTo>
                  <a:pt x="673" y="148399"/>
                </a:lnTo>
                <a:lnTo>
                  <a:pt x="17233" y="187858"/>
                </a:lnTo>
                <a:lnTo>
                  <a:pt x="53505" y="206756"/>
                </a:lnTo>
                <a:lnTo>
                  <a:pt x="62484" y="207314"/>
                </a:lnTo>
                <a:lnTo>
                  <a:pt x="86766" y="207314"/>
                </a:lnTo>
                <a:lnTo>
                  <a:pt x="125920" y="193611"/>
                </a:lnTo>
                <a:lnTo>
                  <a:pt x="146735" y="155905"/>
                </a:lnTo>
                <a:lnTo>
                  <a:pt x="148653" y="135585"/>
                </a:lnTo>
                <a:lnTo>
                  <a:pt x="148653" y="952"/>
                </a:lnTo>
                <a:close/>
              </a:path>
              <a:path w="531494" h="207644">
                <a:moveTo>
                  <a:pt x="531279" y="52044"/>
                </a:moveTo>
                <a:lnTo>
                  <a:pt x="530301" y="40906"/>
                </a:lnTo>
                <a:lnTo>
                  <a:pt x="527367" y="30899"/>
                </a:lnTo>
                <a:lnTo>
                  <a:pt x="526592" y="29502"/>
                </a:lnTo>
                <a:lnTo>
                  <a:pt x="522478" y="22047"/>
                </a:lnTo>
                <a:lnTo>
                  <a:pt x="515645" y="14312"/>
                </a:lnTo>
                <a:lnTo>
                  <a:pt x="507225" y="8051"/>
                </a:lnTo>
                <a:lnTo>
                  <a:pt x="497586" y="3581"/>
                </a:lnTo>
                <a:lnTo>
                  <a:pt x="497446" y="3556"/>
                </a:lnTo>
                <a:lnTo>
                  <a:pt x="497446" y="45783"/>
                </a:lnTo>
                <a:lnTo>
                  <a:pt x="497446" y="86372"/>
                </a:lnTo>
                <a:lnTo>
                  <a:pt x="495071" y="92646"/>
                </a:lnTo>
                <a:lnTo>
                  <a:pt x="485622" y="102273"/>
                </a:lnTo>
                <a:lnTo>
                  <a:pt x="479310" y="104686"/>
                </a:lnTo>
                <a:lnTo>
                  <a:pt x="404596" y="104686"/>
                </a:lnTo>
                <a:lnTo>
                  <a:pt x="404596" y="29502"/>
                </a:lnTo>
                <a:lnTo>
                  <a:pt x="481164" y="29502"/>
                </a:lnTo>
                <a:lnTo>
                  <a:pt x="486841" y="31623"/>
                </a:lnTo>
                <a:lnTo>
                  <a:pt x="495325" y="40093"/>
                </a:lnTo>
                <a:lnTo>
                  <a:pt x="497446" y="45783"/>
                </a:lnTo>
                <a:lnTo>
                  <a:pt x="497446" y="3556"/>
                </a:lnTo>
                <a:lnTo>
                  <a:pt x="486702" y="901"/>
                </a:lnTo>
                <a:lnTo>
                  <a:pt x="474599" y="0"/>
                </a:lnTo>
                <a:lnTo>
                  <a:pt x="371716" y="0"/>
                </a:lnTo>
                <a:lnTo>
                  <a:pt x="370814" y="901"/>
                </a:lnTo>
                <a:lnTo>
                  <a:pt x="370763" y="206286"/>
                </a:lnTo>
                <a:lnTo>
                  <a:pt x="371716" y="207251"/>
                </a:lnTo>
                <a:lnTo>
                  <a:pt x="403644" y="207251"/>
                </a:lnTo>
                <a:lnTo>
                  <a:pt x="404596" y="206286"/>
                </a:lnTo>
                <a:lnTo>
                  <a:pt x="404596" y="134175"/>
                </a:lnTo>
                <a:lnTo>
                  <a:pt x="472008" y="134175"/>
                </a:lnTo>
                <a:lnTo>
                  <a:pt x="514946" y="119278"/>
                </a:lnTo>
                <a:lnTo>
                  <a:pt x="525691" y="104686"/>
                </a:lnTo>
                <a:lnTo>
                  <a:pt x="527189" y="101981"/>
                </a:lnTo>
                <a:lnTo>
                  <a:pt x="530250" y="91503"/>
                </a:lnTo>
                <a:lnTo>
                  <a:pt x="531279" y="79819"/>
                </a:lnTo>
                <a:lnTo>
                  <a:pt x="531279" y="52044"/>
                </a:lnTo>
                <a:close/>
              </a:path>
            </a:pathLst>
          </a:custGeom>
          <a:solidFill>
            <a:srgbClr val="0391E8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067584" y="1767160"/>
            <a:ext cx="165723" cy="207403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4495338" y="1767396"/>
            <a:ext cx="551180" cy="207645"/>
          </a:xfrm>
          <a:custGeom>
            <a:avLst/>
            <a:gdLst/>
            <a:ahLst/>
            <a:cxnLst/>
            <a:rect l="l" t="t" r="r" b="b"/>
            <a:pathLst>
              <a:path w="551180" h="207644">
                <a:moveTo>
                  <a:pt x="190144" y="205714"/>
                </a:moveTo>
                <a:lnTo>
                  <a:pt x="170332" y="154863"/>
                </a:lnTo>
                <a:lnTo>
                  <a:pt x="159283" y="126530"/>
                </a:lnTo>
                <a:lnTo>
                  <a:pt x="127266" y="44399"/>
                </a:lnTo>
                <a:lnTo>
                  <a:pt x="124955" y="38481"/>
                </a:lnTo>
                <a:lnTo>
                  <a:pt x="124955" y="126530"/>
                </a:lnTo>
                <a:lnTo>
                  <a:pt x="63652" y="126530"/>
                </a:lnTo>
                <a:lnTo>
                  <a:pt x="94297" y="44399"/>
                </a:lnTo>
                <a:lnTo>
                  <a:pt x="94615" y="44399"/>
                </a:lnTo>
                <a:lnTo>
                  <a:pt x="124955" y="126530"/>
                </a:lnTo>
                <a:lnTo>
                  <a:pt x="124955" y="38481"/>
                </a:lnTo>
                <a:lnTo>
                  <a:pt x="107543" y="3987"/>
                </a:lnTo>
                <a:lnTo>
                  <a:pt x="94297" y="152"/>
                </a:lnTo>
                <a:lnTo>
                  <a:pt x="79578" y="152"/>
                </a:lnTo>
                <a:lnTo>
                  <a:pt x="78752" y="711"/>
                </a:lnTo>
                <a:lnTo>
                  <a:pt x="0" y="205714"/>
                </a:lnTo>
                <a:lnTo>
                  <a:pt x="1028" y="207251"/>
                </a:lnTo>
                <a:lnTo>
                  <a:pt x="33820" y="207251"/>
                </a:lnTo>
                <a:lnTo>
                  <a:pt x="34645" y="206692"/>
                </a:lnTo>
                <a:lnTo>
                  <a:pt x="35001" y="205714"/>
                </a:lnTo>
                <a:lnTo>
                  <a:pt x="54102" y="154863"/>
                </a:lnTo>
                <a:lnTo>
                  <a:pt x="134493" y="154863"/>
                </a:lnTo>
                <a:lnTo>
                  <a:pt x="153365" y="205867"/>
                </a:lnTo>
                <a:lnTo>
                  <a:pt x="153670" y="206654"/>
                </a:lnTo>
                <a:lnTo>
                  <a:pt x="154457" y="207225"/>
                </a:lnTo>
                <a:lnTo>
                  <a:pt x="189103" y="207251"/>
                </a:lnTo>
                <a:lnTo>
                  <a:pt x="190144" y="205714"/>
                </a:lnTo>
                <a:close/>
              </a:path>
              <a:path w="551180" h="207644">
                <a:moveTo>
                  <a:pt x="550773" y="205562"/>
                </a:moveTo>
                <a:lnTo>
                  <a:pt x="550202" y="204165"/>
                </a:lnTo>
                <a:lnTo>
                  <a:pt x="530923" y="154711"/>
                </a:lnTo>
                <a:lnTo>
                  <a:pt x="519887" y="126377"/>
                </a:lnTo>
                <a:lnTo>
                  <a:pt x="487883" y="44246"/>
                </a:lnTo>
                <a:lnTo>
                  <a:pt x="485584" y="38354"/>
                </a:lnTo>
                <a:lnTo>
                  <a:pt x="485584" y="126377"/>
                </a:lnTo>
                <a:lnTo>
                  <a:pt x="424294" y="126377"/>
                </a:lnTo>
                <a:lnTo>
                  <a:pt x="454926" y="44246"/>
                </a:lnTo>
                <a:lnTo>
                  <a:pt x="455231" y="44246"/>
                </a:lnTo>
                <a:lnTo>
                  <a:pt x="485584" y="126377"/>
                </a:lnTo>
                <a:lnTo>
                  <a:pt x="485584" y="38354"/>
                </a:lnTo>
                <a:lnTo>
                  <a:pt x="468160" y="3835"/>
                </a:lnTo>
                <a:lnTo>
                  <a:pt x="454926" y="0"/>
                </a:lnTo>
                <a:lnTo>
                  <a:pt x="440207" y="0"/>
                </a:lnTo>
                <a:lnTo>
                  <a:pt x="439381" y="546"/>
                </a:lnTo>
                <a:lnTo>
                  <a:pt x="439077" y="1384"/>
                </a:lnTo>
                <a:lnTo>
                  <a:pt x="360616" y="205562"/>
                </a:lnTo>
                <a:lnTo>
                  <a:pt x="361657" y="207098"/>
                </a:lnTo>
                <a:lnTo>
                  <a:pt x="394462" y="207098"/>
                </a:lnTo>
                <a:lnTo>
                  <a:pt x="395287" y="206540"/>
                </a:lnTo>
                <a:lnTo>
                  <a:pt x="395617" y="205562"/>
                </a:lnTo>
                <a:lnTo>
                  <a:pt x="414731" y="154711"/>
                </a:lnTo>
                <a:lnTo>
                  <a:pt x="495122" y="154711"/>
                </a:lnTo>
                <a:lnTo>
                  <a:pt x="514299" y="206502"/>
                </a:lnTo>
                <a:lnTo>
                  <a:pt x="515073" y="207073"/>
                </a:lnTo>
                <a:lnTo>
                  <a:pt x="549732" y="207073"/>
                </a:lnTo>
                <a:lnTo>
                  <a:pt x="550773" y="205562"/>
                </a:lnTo>
                <a:close/>
              </a:path>
            </a:pathLst>
          </a:custGeom>
          <a:solidFill>
            <a:srgbClr val="0391E8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5" name="bg object 25"/>
          <p:cNvSpPr/>
          <p:nvPr/>
        </p:nvSpPr>
        <p:spPr>
          <a:xfrm>
            <a:off x="14076229" y="942872"/>
            <a:ext cx="613411" cy="720091"/>
          </a:xfrm>
          <a:custGeom>
            <a:avLst/>
            <a:gdLst/>
            <a:ahLst/>
            <a:cxnLst/>
            <a:rect l="l" t="t" r="r" b="b"/>
            <a:pathLst>
              <a:path w="613409" h="720089">
                <a:moveTo>
                  <a:pt x="313523" y="0"/>
                </a:moveTo>
                <a:lnTo>
                  <a:pt x="20775" y="0"/>
                </a:lnTo>
                <a:lnTo>
                  <a:pt x="10115" y="2917"/>
                </a:lnTo>
                <a:lnTo>
                  <a:pt x="2813" y="10372"/>
                </a:lnTo>
                <a:lnTo>
                  <a:pt x="0" y="20423"/>
                </a:lnTo>
                <a:lnTo>
                  <a:pt x="2805" y="31127"/>
                </a:lnTo>
                <a:lnTo>
                  <a:pt x="397661" y="715517"/>
                </a:lnTo>
                <a:lnTo>
                  <a:pt x="404519" y="719467"/>
                </a:lnTo>
                <a:lnTo>
                  <a:pt x="492784" y="719467"/>
                </a:lnTo>
                <a:lnTo>
                  <a:pt x="499642" y="715517"/>
                </a:lnTo>
                <a:lnTo>
                  <a:pt x="612989" y="519010"/>
                </a:lnTo>
                <a:lnTo>
                  <a:pt x="612989" y="511098"/>
                </a:lnTo>
                <a:lnTo>
                  <a:pt x="449108" y="227037"/>
                </a:lnTo>
                <a:lnTo>
                  <a:pt x="320368" y="3949"/>
                </a:lnTo>
                <a:lnTo>
                  <a:pt x="313523" y="0"/>
                </a:lnTo>
                <a:close/>
              </a:path>
            </a:pathLst>
          </a:custGeom>
          <a:solidFill>
            <a:srgbClr val="006BC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6" name="bg object 26"/>
          <p:cNvSpPr/>
          <p:nvPr/>
        </p:nvSpPr>
        <p:spPr>
          <a:xfrm>
            <a:off x="13927345" y="622682"/>
            <a:ext cx="864235" cy="290831"/>
          </a:xfrm>
          <a:custGeom>
            <a:avLst/>
            <a:gdLst/>
            <a:ahLst/>
            <a:cxnLst/>
            <a:rect l="l" t="t" r="r" b="b"/>
            <a:pathLst>
              <a:path w="864234" h="290830">
                <a:moveTo>
                  <a:pt x="843102" y="0"/>
                </a:moveTo>
                <a:lnTo>
                  <a:pt x="308673" y="25"/>
                </a:lnTo>
                <a:lnTo>
                  <a:pt x="50990" y="25"/>
                </a:lnTo>
                <a:lnTo>
                  <a:pt x="44145" y="4000"/>
                </a:lnTo>
                <a:lnTo>
                  <a:pt x="0" y="80518"/>
                </a:lnTo>
                <a:lnTo>
                  <a:pt x="0" y="88417"/>
                </a:lnTo>
                <a:lnTo>
                  <a:pt x="114160" y="286270"/>
                </a:lnTo>
                <a:lnTo>
                  <a:pt x="121018" y="290220"/>
                </a:lnTo>
                <a:lnTo>
                  <a:pt x="707072" y="290182"/>
                </a:lnTo>
                <a:lnTo>
                  <a:pt x="713930" y="286219"/>
                </a:lnTo>
                <a:lnTo>
                  <a:pt x="861072" y="31115"/>
                </a:lnTo>
                <a:lnTo>
                  <a:pt x="863888" y="20413"/>
                </a:lnTo>
                <a:lnTo>
                  <a:pt x="861083" y="10366"/>
                </a:lnTo>
                <a:lnTo>
                  <a:pt x="853780" y="2915"/>
                </a:lnTo>
                <a:lnTo>
                  <a:pt x="843102" y="0"/>
                </a:lnTo>
                <a:close/>
              </a:path>
            </a:pathLst>
          </a:custGeom>
          <a:solidFill>
            <a:srgbClr val="0050AD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7" name="bg object 27"/>
          <p:cNvSpPr/>
          <p:nvPr/>
        </p:nvSpPr>
        <p:spPr>
          <a:xfrm>
            <a:off x="14544052" y="622651"/>
            <a:ext cx="578485" cy="784860"/>
          </a:xfrm>
          <a:custGeom>
            <a:avLst/>
            <a:gdLst/>
            <a:ahLst/>
            <a:cxnLst/>
            <a:rect l="l" t="t" r="r" b="b"/>
            <a:pathLst>
              <a:path w="578484" h="784860">
                <a:moveTo>
                  <a:pt x="527278" y="0"/>
                </a:moveTo>
                <a:lnTo>
                  <a:pt x="519861" y="0"/>
                </a:lnTo>
                <a:lnTo>
                  <a:pt x="299377" y="0"/>
                </a:lnTo>
                <a:lnTo>
                  <a:pt x="292519" y="3975"/>
                </a:lnTo>
                <a:lnTo>
                  <a:pt x="0" y="511632"/>
                </a:lnTo>
                <a:lnTo>
                  <a:pt x="12" y="519531"/>
                </a:lnTo>
                <a:lnTo>
                  <a:pt x="146837" y="773988"/>
                </a:lnTo>
                <a:lnTo>
                  <a:pt x="154700" y="781773"/>
                </a:lnTo>
                <a:lnTo>
                  <a:pt x="164809" y="784366"/>
                </a:lnTo>
                <a:lnTo>
                  <a:pt x="174921" y="781770"/>
                </a:lnTo>
                <a:lnTo>
                  <a:pt x="182791" y="773988"/>
                </a:lnTo>
                <a:lnTo>
                  <a:pt x="578269" y="88366"/>
                </a:lnTo>
                <a:lnTo>
                  <a:pt x="578269" y="80467"/>
                </a:lnTo>
                <a:lnTo>
                  <a:pt x="534111" y="3962"/>
                </a:lnTo>
                <a:lnTo>
                  <a:pt x="527278" y="0"/>
                </a:lnTo>
                <a:close/>
              </a:path>
            </a:pathLst>
          </a:custGeom>
          <a:solidFill>
            <a:srgbClr val="0391E8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7900" y="3167360"/>
            <a:ext cx="14300200" cy="457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1"/>
            <a:ext cx="11379200" cy="393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684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f6944d6454_0_907"/>
          <p:cNvSpPr txBox="1">
            <a:spLocks noGrp="1"/>
          </p:cNvSpPr>
          <p:nvPr>
            <p:ph type="title"/>
          </p:nvPr>
        </p:nvSpPr>
        <p:spPr>
          <a:xfrm>
            <a:off x="1117600" y="486833"/>
            <a:ext cx="14020800" cy="176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" name="Google Shape;245;g2f6944d6454_0_907"/>
          <p:cNvSpPr txBox="1"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6" name="Google Shape;246;g2f6944d6454_0_907"/>
          <p:cNvSpPr txBox="1">
            <a:spLocks noGrp="1"/>
          </p:cNvSpPr>
          <p:nvPr>
            <p:ph type="dt" idx="10"/>
          </p:nvPr>
        </p:nvSpPr>
        <p:spPr>
          <a:xfrm>
            <a:off x="1117600" y="8475135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7" name="Google Shape;247;g2f6944d6454_0_907"/>
          <p:cNvSpPr txBox="1">
            <a:spLocks noGrp="1"/>
          </p:cNvSpPr>
          <p:nvPr>
            <p:ph type="ftr" idx="11"/>
          </p:nvPr>
        </p:nvSpPr>
        <p:spPr>
          <a:xfrm>
            <a:off x="5384800" y="8475135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8" name="Google Shape;248;g2f6944d6454_0_907"/>
          <p:cNvSpPr txBox="1">
            <a:spLocks noGrp="1"/>
          </p:cNvSpPr>
          <p:nvPr>
            <p:ph type="sldNum" idx="12"/>
          </p:nvPr>
        </p:nvSpPr>
        <p:spPr>
          <a:xfrm>
            <a:off x="11480800" y="8475135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222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60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FA377-45C3-D8E2-4C4C-786E7B379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D7EEC8-4996-C720-8247-1A8C902F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</TotalTime>
  <Words>0</Words>
  <Application>Microsoft Macintosh PowerPoint</Application>
  <PresentationFormat>Custom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Arial</vt:lpstr>
      <vt:lpstr>Helvetica Neue</vt:lpstr>
      <vt:lpstr>Tahoma</vt:lpstr>
      <vt:lpstr>Bai Jamjuree</vt:lpstr>
      <vt:lpstr>Meiryo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Eiki Tomobe</cp:lastModifiedBy>
  <cp:revision>47</cp:revision>
  <dcterms:created xsi:type="dcterms:W3CDTF">2023-01-06T04:02:28Z</dcterms:created>
  <dcterms:modified xsi:type="dcterms:W3CDTF">2026-02-21T00:22:30Z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2022-12-09T00:00:00Z</vt:filetime>
  </property>
  <property fmtid="{D5CDD505-2E9C-101B-9397-08002B2CF9AE}" pid="3" name="Creator">
    <vt:lpwstr>Adobe Illustrator 25.3 (Windows)</vt:lpwstr>
  </property>
  <property fmtid="{D5CDD505-2E9C-101B-9397-08002B2CF9AE}" pid="4" name="LastSaved">
    <vt:filetime>2023-01-06T00:00:00Z</vt:filetime>
  </property>
</Properties>
</file>