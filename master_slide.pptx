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3"/>
  </p:notesMasterIdLst>
  <p:sldIdLst>
    <p:sldId id="338" r:id="rId2"/>
  </p:sldIdLst>
  <p:sldSz cx="12192000" cy="6858000"/>
  <p:notesSz cx="6858000" cy="9144000"/>
  <p:embeddedFontLst>
    <p:embeddedFont>
      <p:font typeface="Bai Jamjuree Light" panose="020B0600070205080204" charset="-34"/>
      <p:regular r:id="rId4"/>
      <p:bold r:id="rId5"/>
      <p:italic r:id="rId6"/>
      <p:boldItalic r:id="rId7"/>
    </p:embeddedFont>
    <p:embeddedFont>
      <p:font typeface="Tahoma" panose="020B0604030504040204" pitchFamily="3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B7AAA4A-A8AA-478E-A45A-163C8450FD82}">
  <a:tblStyle styleId="{0B7AAA4A-A8AA-478E-A45A-163C8450FD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A892CB-952F-4E84-8F15-B870F092812F}" styleName="Table_1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tcBdr/>
        <a:fill>
          <a:solidFill>
            <a:srgbClr val="CAD1D8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1D8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A9583F6-037E-4DF9-8D2C-C87B0D5766AF}" styleName="Table_2">
    <a:wholeTbl>
      <a:tcTxStyle b="off" i="off">
        <a:font>
          <a:latin typeface="游ゴシック"/>
          <a:ea typeface="游ゴシック"/>
          <a:cs typeface="游ゴシック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6E6"/>
          </a:solidFill>
        </a:fill>
      </a:tcStyle>
    </a:wholeTbl>
    <a:band1H>
      <a:tcTxStyle/>
      <a:tcStyle>
        <a:tcBdr/>
        <a:fill>
          <a:solidFill>
            <a:srgbClr val="CACAC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CAC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dk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游ゴシック"/>
          <a:ea typeface="游ゴシック"/>
          <a:cs typeface="游ゴシック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dk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viewProps" Target="viewProps.xml"/><Relationship Id="rId5" Type="http://schemas.openxmlformats.org/officeDocument/2006/relationships/font" Target="fonts/font2.fntdata"/><Relationship Id="rId10" Type="http://schemas.openxmlformats.org/officeDocument/2006/relationships/presProps" Target="presProps.xml"/><Relationship Id="rId4" Type="http://schemas.openxmlformats.org/officeDocument/2006/relationships/font" Target="fonts/font1.fntdata"/><Relationship Id="rId9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p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5" name="Google Shape;1805;p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セクション見出し" type="secHead">
  <p:cSld name="SECTION_HEAD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つのコンテンツ" type="twoObj">
  <p:cSld name="TWO_OBJECTS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較" type="twoTxTwoObj">
  <p:cSld name="TWO_OBJECTS_WITH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 type="titleOnly">
  <p:cSld name="TITLE_ONL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白紙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コンテンツ" type="objTx">
  <p:cSld name="OBJECT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付きの図" type="picTx">
  <p:cSld name="PICTURE_WITH_CAPTION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縦書きテキスト" type="vertTx">
  <p:cSld name="VERTICAL_TEX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縦書きタイトルと&#10;縦書きテキスト" type="vertTitleAndTx">
  <p:cSld name="VERTICAL_TITLE_AND_VERTICAL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 スライド">
  <p:cSld name="1_タイトル スライド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565253" y="239442"/>
            <a:ext cx="79800" cy="566400"/>
          </a:xfrm>
          <a:prstGeom prst="rect">
            <a:avLst/>
          </a:prstGeom>
          <a:solidFill>
            <a:srgbClr val="2362A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5" name="Google Shape;105;p16" descr="ロゴ&#10;&#10;自動的に生成された説明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21970" y="239443"/>
            <a:ext cx="2165406" cy="48773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6"/>
          <p:cNvSpPr txBox="1"/>
          <p:nvPr/>
        </p:nvSpPr>
        <p:spPr>
          <a:xfrm>
            <a:off x="605118" y="6273225"/>
            <a:ext cx="444600" cy="585000"/>
          </a:xfrm>
          <a:prstGeom prst="rect">
            <a:avLst/>
          </a:prstGeom>
          <a:solidFill>
            <a:srgbClr val="408DD6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1037172" y="6465613"/>
            <a:ext cx="3349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ja-JP" sz="1000" b="0" i="0" u="none" strike="noStrike" cap="none">
                <a:solidFill>
                  <a:srgbClr val="3A3838"/>
                </a:solidFill>
                <a:latin typeface="Bai Jamjuree Light"/>
                <a:ea typeface="Bai Jamjuree Light"/>
                <a:cs typeface="Bai Jamjuree Light"/>
                <a:sym typeface="Bai Jamjuree Light"/>
              </a:rPr>
              <a:t>Copyright © 2023 VTI All rights reserved</a:t>
            </a:r>
            <a:endParaRPr sz="1000" b="0" i="0" u="none" strike="noStrike" cap="none">
              <a:solidFill>
                <a:srgbClr val="3A383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ワイド画面</PresentationFormat>
  <Paragraphs>0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Tahoma</vt:lpstr>
      <vt:lpstr>Arial</vt:lpstr>
      <vt:lpstr>Bai Jamjuree Light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dev.11</cp:lastModifiedBy>
  <cp:revision>3</cp:revision>
  <dcterms:modified xsi:type="dcterms:W3CDTF">2026-02-20T06:43:39Z</dcterms:modified>
</cp:coreProperties>
</file>